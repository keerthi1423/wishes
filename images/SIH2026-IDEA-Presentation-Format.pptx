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8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715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9/7/2026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9/7/2026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9/7/2026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eg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eg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783323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2072" y="715398"/>
            <a:ext cx="5887520" cy="6163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–SIH26104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 - AI - Powered Real-Time Detection and Prevention of Voice Cloning Impersonation Attacks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Blockchain &amp; Cybersecurity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-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VoiceX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416649" y="-383353"/>
            <a:ext cx="8363437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154201" y="1067633"/>
            <a:ext cx="8134394" cy="49859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400" b="1" dirty="0">
                <a:latin typeface="Arial" pitchFamily="34" charset="0"/>
                <a:cs typeface="Arial" pitchFamily="34" charset="0"/>
              </a:rPr>
              <a:t>PROPOSED SOLUTION:    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An AI-powered real-time voice security system that detects cloned or 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synthetic voices during call, and prevents impersonation attacks using advanced audio analysis and behavioral signals.</a:t>
            </a:r>
          </a:p>
          <a:p>
            <a:endParaRPr lang="en-US" u="sng" dirty="0">
              <a:latin typeface="Arial" pitchFamily="34" charset="0"/>
              <a:cs typeface="Arial" pitchFamily="34" charset="0"/>
            </a:endParaRPr>
          </a:p>
          <a:p>
            <a:r>
              <a:rPr lang="en-US" sz="2400" b="1" dirty="0">
                <a:latin typeface="Arial" pitchFamily="34" charset="0"/>
                <a:cs typeface="Arial" pitchFamily="34" charset="0"/>
              </a:rPr>
              <a:t>ADDRESSING THE PROBLEM: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Arial" pitchFamily="34" charset="0"/>
                <a:cs typeface="Arial" pitchFamily="34" charset="0"/>
              </a:rPr>
              <a:t>Real-Time Voice Analysis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Arial" pitchFamily="34" charset="0"/>
                <a:cs typeface="Arial" pitchFamily="34" charset="0"/>
              </a:rPr>
              <a:t>Analyze speech patterns and audio signals instantly.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Arial" pitchFamily="34" charset="0"/>
                <a:cs typeface="Arial" pitchFamily="34" charset="0"/>
              </a:rPr>
              <a:t>AI Deepfake Detection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Arial" pitchFamily="34" charset="0"/>
                <a:cs typeface="Arial" pitchFamily="34" charset="0"/>
              </a:rPr>
              <a:t>Detect synthetic, cloned, and manipulated voices.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Arial" pitchFamily="34" charset="0"/>
                <a:cs typeface="Arial" pitchFamily="34" charset="0"/>
              </a:rPr>
              <a:t>Verify the caller using voice biometrics and contextual information.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Arial" pitchFamily="34" charset="0"/>
                <a:cs typeface="Arial" pitchFamily="34" charset="0"/>
              </a:rPr>
              <a:t>Live Risk Assessment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Arial" pitchFamily="34" charset="0"/>
                <a:cs typeface="Arial" pitchFamily="34" charset="0"/>
              </a:rPr>
              <a:t>Generate a dynamic impersonation risk score in real time.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Arial" pitchFamily="34" charset="0"/>
                <a:cs typeface="Arial" pitchFamily="34" charset="0"/>
              </a:rPr>
              <a:t>Instant Warning &amp; Prevention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Arial" pitchFamily="34" charset="0"/>
                <a:cs typeface="Arial" pitchFamily="34" charset="0"/>
              </a:rPr>
              <a:t>Alert users and block or flag suspicious calls.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Arial" pitchFamily="34" charset="0"/>
                <a:cs typeface="Arial" pitchFamily="34" charset="0"/>
              </a:rPr>
              <a:t>Secure Evidence &amp; Reporting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Arial" pitchFamily="34" charset="0"/>
                <a:cs typeface="Arial" pitchFamily="34" charset="0"/>
              </a:rPr>
              <a:t>Store detection results securely for investigation and reporting.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54200" y="24740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VOICEX</a:t>
            </a:r>
            <a:endParaRPr lang="en-IN" sz="1600" b="1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E8AF263-F78D-DE7D-B3D6-84D0058166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995948" cy="97898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1B48ACA-1A3A-9CC6-4B6F-4694ADE511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6000" y="1144500"/>
            <a:ext cx="4825999" cy="521026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32566" y="1077810"/>
            <a:ext cx="7121182" cy="52629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/>
            <a:r>
              <a:rPr lang="en-US" sz="1600" b="1" dirty="0">
                <a:latin typeface="Arial" pitchFamily="34" charset="0"/>
                <a:cs typeface="Arial" pitchFamily="34" charset="0"/>
              </a:rPr>
              <a:t>1. REAL-TIME AUDIO CAPTURE</a:t>
            </a:r>
          </a:p>
          <a:p>
            <a:pPr algn="just"/>
            <a:r>
              <a:rPr lang="en-US" sz="1600" dirty="0">
                <a:latin typeface="Arial" pitchFamily="34" charset="0"/>
                <a:cs typeface="Arial" pitchFamily="34" charset="0"/>
              </a:rPr>
              <a:t>The system continuously monitors incoming voice signals during a call. Audio is captured without interrupting normal communication.</a:t>
            </a:r>
          </a:p>
          <a:p>
            <a:pPr algn="just"/>
            <a:r>
              <a:rPr lang="en-US" sz="1600" b="1" dirty="0">
                <a:latin typeface="Arial" pitchFamily="34" charset="0"/>
                <a:cs typeface="Arial" pitchFamily="34" charset="0"/>
              </a:rPr>
              <a:t>2. SIGNAL QUALITY ENHANCEMENT</a:t>
            </a:r>
          </a:p>
          <a:p>
            <a:pPr algn="just"/>
            <a:r>
              <a:rPr lang="en-US" sz="1600" dirty="0">
                <a:latin typeface="Arial" pitchFamily="34" charset="0"/>
                <a:cs typeface="Arial" pitchFamily="34" charset="0"/>
              </a:rPr>
              <a:t>The captured speech is enhanced to improve detection accuracy.</a:t>
            </a:r>
          </a:p>
          <a:p>
            <a:pPr algn="just"/>
            <a:r>
              <a:rPr lang="en-US" sz="1600" dirty="0">
                <a:latin typeface="Arial" pitchFamily="34" charset="0"/>
                <a:cs typeface="Arial" pitchFamily="34" charset="0"/>
              </a:rPr>
              <a:t>Unwanted background sounds and distortions are minimized.</a:t>
            </a:r>
          </a:p>
          <a:p>
            <a:pPr algn="just"/>
            <a:r>
              <a:rPr lang="en-US" sz="1600" b="1" dirty="0">
                <a:latin typeface="Arial" pitchFamily="34" charset="0"/>
                <a:cs typeface="Arial" pitchFamily="34" charset="0"/>
              </a:rPr>
              <a:t>3. VOICE PATTERN ANALYSIS</a:t>
            </a:r>
          </a:p>
          <a:p>
            <a:pPr algn="just"/>
            <a:r>
              <a:rPr lang="en-US" sz="1600" dirty="0">
                <a:latin typeface="Arial" pitchFamily="34" charset="0"/>
                <a:cs typeface="Arial" pitchFamily="34" charset="0"/>
              </a:rPr>
              <a:t>The system studies unique characteristics of human speech.</a:t>
            </a:r>
          </a:p>
          <a:p>
            <a:pPr algn="just"/>
            <a:r>
              <a:rPr lang="en-US" sz="1600" dirty="0">
                <a:latin typeface="Arial" pitchFamily="34" charset="0"/>
                <a:cs typeface="Arial" pitchFamily="34" charset="0"/>
              </a:rPr>
              <a:t>It analyzes pronunciation, rhythm, pitch, tone, and speaking style.</a:t>
            </a:r>
          </a:p>
          <a:p>
            <a:pPr algn="just"/>
            <a:r>
              <a:rPr lang="en-US" sz="1600" b="1" dirty="0">
                <a:latin typeface="Arial" pitchFamily="34" charset="0"/>
                <a:cs typeface="Arial" pitchFamily="34" charset="0"/>
              </a:rPr>
              <a:t>4. SYNTHETIC VOICE IDENTIFICATION</a:t>
            </a:r>
          </a:p>
          <a:p>
            <a:pPr algn="just"/>
            <a:r>
              <a:rPr lang="en-US" sz="1600" dirty="0">
                <a:latin typeface="Arial" pitchFamily="34" charset="0"/>
                <a:cs typeface="Arial" pitchFamily="34" charset="0"/>
              </a:rPr>
              <a:t>AI identifies subtle artifacts produced by voice-cloning systems.</a:t>
            </a:r>
          </a:p>
          <a:p>
            <a:pPr algn="just"/>
            <a:r>
              <a:rPr lang="en-US" sz="1600" dirty="0">
                <a:latin typeface="Arial" pitchFamily="34" charset="0"/>
                <a:cs typeface="Arial" pitchFamily="34" charset="0"/>
              </a:rPr>
              <a:t>The model distinguishes natural speech from generated speech.</a:t>
            </a:r>
          </a:p>
          <a:p>
            <a:pPr algn="just"/>
            <a:r>
              <a:rPr lang="en-US" sz="1600" b="1" dirty="0">
                <a:latin typeface="Arial" pitchFamily="34" charset="0"/>
                <a:cs typeface="Arial" pitchFamily="34" charset="0"/>
              </a:rPr>
              <a:t>5. CONTEXT-AWARE VERIFICATION</a:t>
            </a:r>
          </a:p>
          <a:p>
            <a:pPr algn="just"/>
            <a:r>
              <a:rPr lang="en-US" sz="1600" dirty="0">
                <a:latin typeface="Arial" pitchFamily="34" charset="0"/>
                <a:cs typeface="Arial" pitchFamily="34" charset="0"/>
              </a:rPr>
              <a:t>Voice results are combined with caller and conversation context.</a:t>
            </a:r>
          </a:p>
          <a:p>
            <a:pPr algn="just"/>
            <a:r>
              <a:rPr lang="en-US" sz="1600" dirty="0">
                <a:latin typeface="Arial" pitchFamily="34" charset="0"/>
                <a:cs typeface="Arial" pitchFamily="34" charset="0"/>
              </a:rPr>
              <a:t>This helps identify suspicious impersonation attempts more reliably.</a:t>
            </a:r>
          </a:p>
          <a:p>
            <a:pPr algn="just"/>
            <a:r>
              <a:rPr lang="en-US" sz="1600" b="1" dirty="0">
                <a:latin typeface="Arial" pitchFamily="34" charset="0"/>
                <a:cs typeface="Arial" pitchFamily="34" charset="0"/>
              </a:rPr>
              <a:t>6. DYNAMIC THREAT SCORING</a:t>
            </a:r>
          </a:p>
          <a:p>
            <a:pPr algn="just"/>
            <a:r>
              <a:rPr lang="en-US" sz="1600" dirty="0">
                <a:latin typeface="Arial" pitchFamily="34" charset="0"/>
                <a:cs typeface="Arial" pitchFamily="34" charset="0"/>
              </a:rPr>
              <a:t>The system continuously calculates the likelihood of an impersonation attack.</a:t>
            </a:r>
          </a:p>
          <a:p>
            <a:pPr algn="just"/>
            <a:r>
              <a:rPr lang="en-US" sz="1600" dirty="0">
                <a:latin typeface="Arial" pitchFamily="34" charset="0"/>
                <a:cs typeface="Arial" pitchFamily="34" charset="0"/>
              </a:rPr>
              <a:t>The risk score changes as new voice evidence becomes available.</a:t>
            </a:r>
          </a:p>
          <a:p>
            <a:pPr algn="just"/>
            <a:r>
              <a:rPr lang="en-US" sz="1600" b="1" dirty="0">
                <a:latin typeface="Arial" pitchFamily="34" charset="0"/>
                <a:cs typeface="Arial" pitchFamily="34" charset="0"/>
              </a:rPr>
              <a:t>7. AUTOMATED SECURITY RESPONSE</a:t>
            </a:r>
          </a:p>
          <a:p>
            <a:pPr algn="just"/>
            <a:r>
              <a:rPr lang="en-US" sz="1600" dirty="0">
                <a:latin typeface="Arial" pitchFamily="34" charset="0"/>
                <a:cs typeface="Arial" pitchFamily="34" charset="0"/>
              </a:rPr>
              <a:t>The system responds according to the detected threat level.</a:t>
            </a:r>
          </a:p>
          <a:p>
            <a:pPr algn="just"/>
            <a:r>
              <a:rPr lang="en-US" sz="1600" dirty="0">
                <a:latin typeface="Arial" pitchFamily="34" charset="0"/>
                <a:cs typeface="Arial" pitchFamily="34" charset="0"/>
              </a:rPr>
              <a:t>Suspicious activity is highlighted and recorded for further action.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submission- Template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98074A2-9696-70DF-1963-5DF095E995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500"/>
            <a:ext cx="1995948" cy="106233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FC2553B-C1AB-6558-401F-0A681BF68B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7884" y="1063838"/>
            <a:ext cx="5034115" cy="529251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88490" y="1118163"/>
            <a:ext cx="6007510" cy="5232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vl="0" algn="just">
              <a:defRPr/>
            </a:pPr>
            <a:r>
              <a:rPr lang="en-US" sz="16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TECHNICALLY FEASIBLE:</a:t>
            </a:r>
          </a:p>
          <a:p>
            <a:pPr lvl="0" algn="just">
              <a:defRPr/>
            </a:pPr>
            <a:r>
              <a:rPr lang="en-US" sz="14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AI/ML, deepfake detection, and voice biometrics enable real-time </a:t>
            </a:r>
          </a:p>
          <a:p>
            <a:pPr lvl="0" algn="just">
              <a:defRPr/>
            </a:pPr>
            <a:r>
              <a:rPr lang="en-US" sz="14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voice analysis and accurate impersonation detection.</a:t>
            </a:r>
          </a:p>
          <a:p>
            <a:pPr lvl="0" algn="just">
              <a:defRPr/>
            </a:pPr>
            <a:endParaRPr lang="en-US" sz="14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lvl="0" algn="just">
              <a:defRPr/>
            </a:pPr>
            <a:r>
              <a:rPr lang="en-US" sz="16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DATA FEASIBLE:</a:t>
            </a:r>
          </a:p>
          <a:p>
            <a:pPr lvl="0" algn="just">
              <a:defRPr/>
            </a:pPr>
            <a:r>
              <a:rPr lang="en-US" sz="14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Uses publicly available datasets such as </a:t>
            </a:r>
            <a:r>
              <a:rPr lang="en-US" sz="1400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ASVspoof</a:t>
            </a:r>
            <a:r>
              <a:rPr lang="en-US" sz="14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and genuine/synthetic</a:t>
            </a:r>
          </a:p>
          <a:p>
            <a:pPr lvl="0" algn="just">
              <a:defRPr/>
            </a:pPr>
            <a:r>
              <a:rPr lang="en-US" sz="14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speech samples for training and validation.</a:t>
            </a:r>
          </a:p>
          <a:p>
            <a:pPr lvl="0" algn="just">
              <a:defRPr/>
            </a:pPr>
            <a:endParaRPr lang="en-US" sz="14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lvl="0" algn="just">
              <a:defRPr/>
            </a:pPr>
            <a:r>
              <a:rPr lang="en-US" sz="16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EASY IMPLEMENTATION</a:t>
            </a:r>
            <a:r>
              <a:rPr lang="en-US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:</a:t>
            </a:r>
          </a:p>
          <a:p>
            <a:pPr lvl="0" algn="just">
              <a:defRPr/>
            </a:pPr>
            <a:r>
              <a:rPr lang="en-US" sz="14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Modular web-based system using Python, </a:t>
            </a:r>
            <a:r>
              <a:rPr lang="en-US" sz="1400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FastAPI</a:t>
            </a:r>
            <a:r>
              <a:rPr lang="en-US" sz="14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, </a:t>
            </a:r>
            <a:r>
              <a:rPr lang="en-US" sz="1400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PyTorch</a:t>
            </a:r>
            <a:r>
              <a:rPr lang="en-US" sz="14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, and </a:t>
            </a:r>
            <a:r>
              <a:rPr lang="en-US" sz="1400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Librosa</a:t>
            </a:r>
            <a:endParaRPr lang="en-US" sz="14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lvl="0" algn="just">
              <a:defRPr/>
            </a:pPr>
            <a:r>
              <a:rPr lang="en-US" sz="14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with API-based architecture.</a:t>
            </a:r>
          </a:p>
          <a:p>
            <a:pPr lvl="0" algn="just">
              <a:defRPr/>
            </a:pPr>
            <a:endParaRPr lang="en-US" sz="14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lvl="0" algn="just">
              <a:defRPr/>
            </a:pPr>
            <a:r>
              <a:rPr lang="en-US" sz="16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SCALABLE</a:t>
            </a:r>
            <a:r>
              <a:rPr lang="en-US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:</a:t>
            </a:r>
          </a:p>
          <a:p>
            <a:pPr lvl="0" algn="just">
              <a:defRPr/>
            </a:pPr>
            <a:r>
              <a:rPr lang="en-US" sz="14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Can expand to support more voice-cloning techniques, languages, users, </a:t>
            </a:r>
          </a:p>
          <a:p>
            <a:pPr lvl="0" algn="just">
              <a:defRPr/>
            </a:pPr>
            <a:r>
              <a:rPr lang="en-US" sz="14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and real-time communication platforms.</a:t>
            </a:r>
          </a:p>
          <a:p>
            <a:pPr lvl="0" algn="just">
              <a:defRPr/>
            </a:pPr>
            <a:endParaRPr lang="en-US" sz="14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lvl="0" algn="just">
              <a:defRPr/>
            </a:pPr>
            <a:r>
              <a:rPr lang="en-US" sz="16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USER-FRIENDLY</a:t>
            </a:r>
            <a:r>
              <a:rPr lang="en-US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:</a:t>
            </a:r>
          </a:p>
          <a:p>
            <a:pPr lvl="0" algn="just">
              <a:defRPr/>
            </a:pPr>
            <a:r>
              <a:rPr lang="en-US" sz="14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Provides instant detection results, risk scores, and clear alerts through a </a:t>
            </a:r>
          </a:p>
          <a:p>
            <a:pPr lvl="0" algn="just">
              <a:defRPr/>
            </a:pPr>
            <a:r>
              <a:rPr lang="en-US" sz="14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simple and intuitive interface.</a:t>
            </a:r>
          </a:p>
          <a:p>
            <a:pPr lvl="0" algn="just">
              <a:defRPr/>
            </a:pPr>
            <a:endParaRPr lang="en-US" sz="14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lvl="0" algn="just">
              <a:defRPr/>
            </a:pPr>
            <a:r>
              <a:rPr lang="en-US" sz="16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SUSTAINABLE</a:t>
            </a:r>
            <a:r>
              <a:rPr lang="en-US" sz="14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:</a:t>
            </a:r>
          </a:p>
          <a:p>
            <a:pPr lvl="0" algn="just">
              <a:defRPr/>
            </a:pPr>
            <a:r>
              <a:rPr lang="en-US" sz="14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Reduces manual voice verification, prevents fraud losses, and provides</a:t>
            </a:r>
          </a:p>
          <a:p>
            <a:pPr lvl="0" algn="just">
              <a:defRPr/>
            </a:pPr>
            <a:r>
              <a:rPr lang="en-US" sz="14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continuous automated protection against voice impersonation attacks.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698CBE6-D1CC-9C4B-23FA-02F82F0FF7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3038"/>
            <a:ext cx="1995948" cy="106233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4A19B16-EE1F-F758-9715-C1A13E982F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4241" y="955040"/>
            <a:ext cx="6207758" cy="5401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A0FEA7D-F79A-D5A8-BD28-82877345F0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3038"/>
            <a:ext cx="1995948" cy="106233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6AF48CE-DD6E-162D-66C9-3F4FC17548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999" cy="6891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FCAEC3B-C993-7717-4B17-99324F85FB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3038"/>
            <a:ext cx="1995948" cy="106233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D5867E6-E5D9-63AA-2903-DABD579BF848}"/>
              </a:ext>
            </a:extLst>
          </p:cNvPr>
          <p:cNvSpPr txBox="1"/>
          <p:nvPr/>
        </p:nvSpPr>
        <p:spPr>
          <a:xfrm>
            <a:off x="222616" y="1095375"/>
            <a:ext cx="8082116" cy="5386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RESEARCH</a:t>
            </a:r>
          </a:p>
          <a:p>
            <a:endParaRPr lang="en-IN" dirty="0"/>
          </a:p>
          <a:p>
            <a:r>
              <a:rPr lang="en-IN" dirty="0"/>
              <a:t>• [</a:t>
            </a:r>
            <a:r>
              <a:rPr lang="en-IN" b="1" dirty="0" err="1"/>
              <a:t>ASVspoof</a:t>
            </a:r>
            <a:r>
              <a:rPr lang="en-IN" dirty="0"/>
              <a:t> – Voice Anti-Spoofing Research](https://www.asvspoof.org/)</a:t>
            </a:r>
          </a:p>
          <a:p>
            <a:r>
              <a:rPr lang="en-IN" dirty="0"/>
              <a:t>• [</a:t>
            </a:r>
            <a:r>
              <a:rPr lang="en-IN" b="1" dirty="0" err="1"/>
              <a:t>ASVspoof</a:t>
            </a:r>
            <a:r>
              <a:rPr lang="en-IN" b="1" dirty="0"/>
              <a:t> 2021 </a:t>
            </a:r>
            <a:r>
              <a:rPr lang="en-IN" dirty="0"/>
              <a:t>– Deepfake &amp; Spoofed Speech       Databases](https://www.asvspoof.org/)</a:t>
            </a:r>
          </a:p>
          <a:p>
            <a:r>
              <a:rPr lang="en-IN" dirty="0"/>
              <a:t>• [</a:t>
            </a:r>
            <a:r>
              <a:rPr lang="en-IN" b="1" dirty="0" err="1"/>
              <a:t>ASVspoof</a:t>
            </a:r>
            <a:r>
              <a:rPr lang="en-IN" b="1" dirty="0"/>
              <a:t> 2019 </a:t>
            </a:r>
            <a:r>
              <a:rPr lang="en-IN" dirty="0"/>
              <a:t>– Spoofing &amp; Countermeasures](https://www.asvspoof.org/)</a:t>
            </a:r>
          </a:p>
          <a:p>
            <a:r>
              <a:rPr lang="en-IN" dirty="0"/>
              <a:t>• Research on speech synthesis, voice conversion, speaker verification </a:t>
            </a:r>
          </a:p>
          <a:p>
            <a:r>
              <a:rPr lang="en-IN" dirty="0"/>
              <a:t>   and audio deepfake detection. </a:t>
            </a:r>
          </a:p>
          <a:p>
            <a:endParaRPr lang="en-IN" dirty="0"/>
          </a:p>
          <a:p>
            <a:endParaRPr lang="en-IN" sz="2000" dirty="0">
              <a:solidFill>
                <a:schemeClr val="lt1"/>
              </a:solidFill>
              <a:latin typeface="+mn-lt"/>
              <a:ea typeface="+mn-ea"/>
            </a:endParaRPr>
          </a:p>
          <a:p>
            <a:endParaRPr lang="en-IN" dirty="0"/>
          </a:p>
          <a:p>
            <a:r>
              <a:rPr lang="en-IN" dirty="0"/>
              <a:t>• </a:t>
            </a:r>
            <a:r>
              <a:rPr lang="en-IN" b="1" dirty="0" err="1"/>
              <a:t>ASVspoof</a:t>
            </a:r>
            <a:r>
              <a:rPr lang="en-IN" b="1" dirty="0"/>
              <a:t> 2021 </a:t>
            </a:r>
            <a:r>
              <a:rPr lang="en-IN" dirty="0"/>
              <a:t>– </a:t>
            </a:r>
            <a:r>
              <a:rPr lang="en-IN" dirty="0" err="1"/>
              <a:t>DeepFake</a:t>
            </a:r>
            <a:r>
              <a:rPr lang="en-IN" dirty="0"/>
              <a:t> (DF),Logical Access (LA), Physical Access (PA)</a:t>
            </a:r>
          </a:p>
          <a:p>
            <a:r>
              <a:rPr lang="en-IN" dirty="0"/>
              <a:t>• </a:t>
            </a:r>
            <a:r>
              <a:rPr lang="en-IN" b="1" dirty="0"/>
              <a:t>Real/Bona </a:t>
            </a:r>
            <a:r>
              <a:rPr lang="en-IN" dirty="0"/>
              <a:t>fide and </a:t>
            </a:r>
            <a:r>
              <a:rPr lang="en-IN" b="1" dirty="0"/>
              <a:t>spoofed/synthetic speech </a:t>
            </a:r>
            <a:r>
              <a:rPr lang="en-IN" dirty="0"/>
              <a:t>samples for training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• [</a:t>
            </a:r>
            <a:r>
              <a:rPr lang="en-IN" b="1" dirty="0" err="1"/>
              <a:t>PyTorch</a:t>
            </a:r>
            <a:r>
              <a:rPr lang="en-IN" dirty="0"/>
              <a:t>](https://pytorch.org)</a:t>
            </a:r>
          </a:p>
          <a:p>
            <a:r>
              <a:rPr lang="en-IN" dirty="0"/>
              <a:t>• [</a:t>
            </a:r>
            <a:r>
              <a:rPr lang="en-IN" b="1" dirty="0" err="1"/>
              <a:t>FastAPI</a:t>
            </a:r>
            <a:r>
              <a:rPr lang="en-IN" dirty="0"/>
              <a:t>](https://fastapi.tiangolo.com)</a:t>
            </a:r>
          </a:p>
          <a:p>
            <a:r>
              <a:rPr lang="en-IN" dirty="0"/>
              <a:t>• </a:t>
            </a:r>
            <a:r>
              <a:rPr lang="en-IN" b="1" dirty="0"/>
              <a:t>MongoDB / PostgreSQL </a:t>
            </a:r>
            <a:r>
              <a:rPr lang="en-IN" dirty="0"/>
              <a:t>for detection history and reports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6071474-5792-F383-E568-CD75AEAC31F6}"/>
              </a:ext>
            </a:extLst>
          </p:cNvPr>
          <p:cNvSpPr/>
          <p:nvPr/>
        </p:nvSpPr>
        <p:spPr>
          <a:xfrm>
            <a:off x="212784" y="1158828"/>
            <a:ext cx="1616016" cy="503238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RESEARCH</a:t>
            </a:r>
            <a:endParaRPr lang="en-IN" sz="2000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3269D9C-7E56-D558-4875-497691CED38A}"/>
              </a:ext>
            </a:extLst>
          </p:cNvPr>
          <p:cNvSpPr/>
          <p:nvPr/>
        </p:nvSpPr>
        <p:spPr>
          <a:xfrm>
            <a:off x="212784" y="3536801"/>
            <a:ext cx="1616016" cy="503238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DATA</a:t>
            </a:r>
            <a:endParaRPr lang="en-IN" sz="2000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1C3C1D6-7BD1-4E30-DD3E-D6BF517CAB11}"/>
              </a:ext>
            </a:extLst>
          </p:cNvPr>
          <p:cNvSpPr/>
          <p:nvPr/>
        </p:nvSpPr>
        <p:spPr>
          <a:xfrm>
            <a:off x="212784" y="4880040"/>
            <a:ext cx="1616016" cy="503238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TOOLS</a:t>
            </a:r>
            <a:endParaRPr lang="en-IN" sz="20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C3EB3D2-AC81-D83D-ECC8-62EEE44CE2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91335" y="1471910"/>
            <a:ext cx="4038601" cy="2443316"/>
          </a:xfrm>
          <a:prstGeom prst="rect">
            <a:avLst/>
          </a:prstGeom>
        </p:spPr>
      </p:pic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9BA9812B-61AF-E310-EF23-6E0F10C0EDD2}"/>
              </a:ext>
            </a:extLst>
          </p:cNvPr>
          <p:cNvSpPr/>
          <p:nvPr/>
        </p:nvSpPr>
        <p:spPr>
          <a:xfrm>
            <a:off x="7970206" y="875483"/>
            <a:ext cx="1616016" cy="503238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PROTOTYPE</a:t>
            </a:r>
            <a:endParaRPr lang="en-IN" sz="20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BA44C207-384C-AEF5-DB93-633E258C88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91335" y="4008415"/>
            <a:ext cx="4038601" cy="2106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8240</TotalTime>
  <Words>637</Words>
  <Application>Microsoft Office PowerPoint</Application>
  <PresentationFormat>Widescreen</PresentationFormat>
  <Paragraphs>113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ＭＳ Ｐゴシック</vt:lpstr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gopishbalaji@outlook.com</cp:lastModifiedBy>
  <cp:revision>151</cp:revision>
  <dcterms:created xsi:type="dcterms:W3CDTF">2013-12-12T18:46:50Z</dcterms:created>
  <dcterms:modified xsi:type="dcterms:W3CDTF">2026-09-08T06:07:41Z</dcterms:modified>
  <cp:category/>
</cp:coreProperties>
</file>